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084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 err="1">
                <a:solidFill>
                  <a:srgbClr val="FFFFFF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TaskFlow</a:t>
            </a:r>
            <a:endParaRPr lang="en-US" sz="6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Tus </a:t>
            </a:r>
            <a:r>
              <a:rPr lang="en-US" sz="1600" i="1" dirty="0" err="1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tareas</a:t>
            </a:r>
            <a:r>
              <a:rPr lang="en-US" sz="1600" i="1" dirty="0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en las mejores manos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320040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Web Application Presentation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1078992" cy="347472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React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627632" y="3931920"/>
            <a:ext cx="1078992" cy="347472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27632" y="393192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TypeScript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98064" y="3931920"/>
            <a:ext cx="1078992" cy="347472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98064" y="393192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Tailwind CSS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968496" y="3931920"/>
            <a:ext cx="1078992" cy="347472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968496" y="393192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Local Storage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760720" y="548640"/>
            <a:ext cx="3108960" cy="1097280"/>
          </a:xfrm>
          <a:prstGeom prst="rect">
            <a:avLst/>
          </a:prstGeom>
          <a:solidFill>
            <a:srgbClr val="DC262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0" y="640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COMPRAR BALEADAS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72400" y="621792"/>
            <a:ext cx="914400" cy="20116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2400" y="6217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⏳ Pendiente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772400" y="868680"/>
            <a:ext cx="914400" cy="201168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772400" y="868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⚡ Alta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760720" y="1188720"/>
            <a:ext cx="3108960" cy="13716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52160" y="1234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📅 Fecha límite: dd/mm/aaaa    📅 Creada: dd/mm/aaaa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760720" y="1828800"/>
            <a:ext cx="3108960" cy="1097280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4360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PREPARAR PROYECTO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772400" y="1901952"/>
            <a:ext cx="914400" cy="20116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72400" y="1901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⏳ Pendiente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772400" y="2148840"/>
            <a:ext cx="914400" cy="201168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772400" y="2148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⚡ Media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760720" y="2468880"/>
            <a:ext cx="3108960" cy="13716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852160" y="2514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📅 Fecha límite: dd/mm/aaaa    📅 Creada: dd/mm/aaaa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760720" y="3108960"/>
            <a:ext cx="3108960" cy="1097280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4360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ESTUDIAR REACT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772400" y="3182112"/>
            <a:ext cx="914400" cy="20116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772400" y="3182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✓ Completada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772400" y="3429000"/>
            <a:ext cx="914400" cy="201168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772400" y="34290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⚡ Baja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760720" y="3749040"/>
            <a:ext cx="3108960" cy="13716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852160" y="3794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📅 Fecha límite: dd/mm/aaaa    📅 Creada: dd/mm/aaaa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Introduction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solidFill>
            <a:srgbClr val="EFF4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TaskFlow is a task management web application our team built from scratch as part of our web development course. It is a fully functional task manager that runs entirely in the browser — no server, no database, just clean code and a simple interface designed to get the job done.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1920240" cy="594360"/>
          </a:xfrm>
          <a:prstGeom prst="rect">
            <a:avLst/>
          </a:prstGeom>
          <a:solidFill>
            <a:srgbClr val="3B82F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React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60320" y="4023360"/>
            <a:ext cx="1920240" cy="594360"/>
          </a:xfrm>
          <a:prstGeom prst="rect">
            <a:avLst/>
          </a:prstGeom>
          <a:solidFill>
            <a:srgbClr val="0EA5E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560320" y="4023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TypeScript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4023360"/>
            <a:ext cx="1920240" cy="594360"/>
          </a:xfrm>
          <a:prstGeom prst="rect">
            <a:avLst/>
          </a:prstGeom>
          <a:solidFill>
            <a:srgbClr val="14B8A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3440" y="4023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Tailwind CSS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766560" y="4023360"/>
            <a:ext cx="1920240" cy="594360"/>
          </a:xfrm>
          <a:prstGeom prst="rect">
            <a:avLst/>
          </a:prstGeom>
          <a:solidFill>
            <a:srgbClr val="8B5CF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66560" y="4023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Local Storage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What is TaskFlow?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080" y="320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Section 01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TaskFlow is a personal task management web application built with React and TypeScript. It gives users a clean, fast interface to create and organize their daily tasks — all running entirely in the browser, with no need for a server or an internet connection.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application was designed with simplicity in mind: one screen, one purpose. Users can see all their tasks immediately, understand their status immediately through color-coded badges, and act with a single click.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760720" y="1143000"/>
            <a:ext cx="3108960" cy="685800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760720" y="1143000"/>
            <a:ext cx="64008" cy="685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897880" y="11978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Purpose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97880" y="14538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Personal task management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760720" y="1984248"/>
            <a:ext cx="3108960" cy="685800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760720" y="1984248"/>
            <a:ext cx="64008" cy="685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897880" y="20391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Platform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97880" y="22951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Web browser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760720" y="2825496"/>
            <a:ext cx="3108960" cy="685800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760720" y="2825496"/>
            <a:ext cx="64008" cy="685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897880" y="2880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Storage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97880" y="3136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Local Storage — no DB needed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760720" y="3666744"/>
            <a:ext cx="3108960" cy="685800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60720" y="3666744"/>
            <a:ext cx="64008" cy="685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97880" y="37216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Stack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97880" y="3977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React · TypeScript · Tailwind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What Does It Do?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080" y="320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Section 02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3520440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47472" y="11155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✏️  Creating Tasks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4048" y="1508760"/>
            <a:ext cx="1828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Task name, description &amp; due date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Priority: Low / Medium / High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Save or clear form instantly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50592" y="1097280"/>
            <a:ext cx="2011680" cy="3520440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50592" y="1097280"/>
            <a:ext cx="2011680" cy="34747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523744" y="11155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👁️  Viewing Tasks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60320" y="1508760"/>
            <a:ext cx="1828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Cards with all task info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Color-coded priority badges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Overdue tasks highlighted in red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26864" y="1097280"/>
            <a:ext cx="2011680" cy="3520440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26864" y="1097280"/>
            <a:ext cx="2011680" cy="34747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00016" y="11155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✅  Managing Tasks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36592" y="1508760"/>
            <a:ext cx="1828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Mark tasks as Completed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Delete individual tasks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Clear the full list at once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03136" y="1097280"/>
            <a:ext cx="2011680" cy="3520440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03136" y="1097280"/>
            <a:ext cx="2011680" cy="34747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76288" y="11155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🔀  Organizing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12864" y="1508760"/>
            <a:ext cx="1828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Filter by status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Sort by due date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Sort by priority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💾  Persistence — Every change is saved automatically to Local Storage. Tasks survive page refreshes with zero data loss.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How Does It Work?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080" y="320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Section 03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application is organized into 3 clear layers: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788920" cy="3383280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788920" cy="4572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01  Interfaces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4048" y="2084832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TypeScript types that define the exact shape of every task object before any code runs.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4048" y="2907792"/>
            <a:ext cx="2578608" cy="18288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25420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id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name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description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dueDate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priority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status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expired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27832" y="1554480"/>
            <a:ext cx="2788920" cy="3383280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27832" y="1554480"/>
            <a:ext cx="2788920" cy="4572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19272" y="158191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02  Hooks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37560" y="2084832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brain of the app. Handles all logic: loading, saving, adding, completing, deleting, sorting and filtering tasks.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37560" y="2907792"/>
            <a:ext cx="2578608" cy="18288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64992" y="2971800"/>
            <a:ext cx="25420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localStorage read/write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addTask()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completeTask()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deleteTask()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sortByDate()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sortByPriority()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81344" y="1554480"/>
            <a:ext cx="2788920" cy="3383280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81344" y="1554480"/>
            <a:ext cx="2788920" cy="4572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72784" y="158191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03  Components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91072" y="2084832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Visual layer — three focused components that display data and respond to user actions.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91072" y="2907792"/>
            <a:ext cx="2578608" cy="18288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18504" y="2971800"/>
            <a:ext cx="25420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ToDo.tsx — main form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TaskList.tsx — list &amp; filters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TaskCard.tsx — single task card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Data Flow — Step by Step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60520" cy="713232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64008" cy="7132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2336" y="121615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1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123444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User fills the form in ToDo.tsx and clicks "Save Task"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2039112"/>
            <a:ext cx="4160520" cy="713232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039112"/>
            <a:ext cx="64008" cy="7132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" y="211226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2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3232" y="213055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Form data is passed to addTask() from the useTask hook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935224"/>
            <a:ext cx="4160520" cy="713232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935224"/>
            <a:ext cx="64008" cy="7132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2336" y="300837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3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3232" y="302666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Hook builds the full task object (id, dateCreated, expired flag)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3831336"/>
            <a:ext cx="4160520" cy="713232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3831336"/>
            <a:ext cx="64008" cy="7132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2336" y="39044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4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3232" y="392277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Hook updates React state — new task added to the front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1143000"/>
            <a:ext cx="4160520" cy="713232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46320" y="1143000"/>
            <a:ext cx="64008" cy="7132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74336" y="121615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5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85232" y="123444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React re-renders TaskList and TaskCard automatically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46320" y="2039112"/>
            <a:ext cx="4160520" cy="713232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46320" y="2039112"/>
            <a:ext cx="64008" cy="7132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74336" y="211226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6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85232" y="213055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useEffect detects the change and writes to Local Storage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46320" y="2935224"/>
            <a:ext cx="4160520" cy="713232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46320" y="2935224"/>
            <a:ext cx="64008" cy="7132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974336" y="300837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7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85232" y="302666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Task is now visible on screen and persisted in the browser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26280" y="1280160"/>
            <a:ext cx="91440" cy="3291840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462272" y="26517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H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Live Demo Walkthrough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080" y="320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Section 04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743200" cy="1719072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64008" cy="17190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93192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3192" y="14813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 a Normal Task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171907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Fill in name, description, future date, priority.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Click "Save Task" — card appears instantly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743200" cy="1719072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64008" cy="17190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9184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91840" y="14813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Trigger an Overdue Task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37560" y="171907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Set a past due date on a new task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Red background + "OVERDUE TASK" warning appear automatically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53328" y="1097280"/>
            <a:ext cx="2743200" cy="1719072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53328" y="1097280"/>
            <a:ext cx="64008" cy="17190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90488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90488" y="14813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Complete a Task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36208" y="171907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Click "Complete" — badge turns green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Task name gets strikethrough, card fades slightly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56032" y="3017520"/>
            <a:ext cx="2743200" cy="1719072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56032" y="3017520"/>
            <a:ext cx="64008" cy="17190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93192" y="3108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93192" y="3401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Sort the List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38912" y="363931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Sort by Date — nearest deadline first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Sort by Priority — High tasks float to the top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154680" y="3017520"/>
            <a:ext cx="2743200" cy="1719072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154680" y="3017520"/>
            <a:ext cx="64008" cy="17190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291840" y="3108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91840" y="3401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Filter the List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337560" y="363931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Filter: Pending / Completed / All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List updates instantly with no page reload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53328" y="3017520"/>
            <a:ext cx="2743200" cy="1719072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53328" y="3017520"/>
            <a:ext cx="64008" cy="17190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90488" y="3108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90488" y="3401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Persistence Proof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236208" y="363931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Refresh the browser page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All tasks reload from Local Storage — zero data loss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Arial" panose="020B0604020202020204" pitchFamily="34" charset="0"/>
                <a:ea typeface="Calibri Black" pitchFamily="34" charset="-122"/>
                <a:cs typeface="Arial" panose="020B0604020202020204" pitchFamily="34" charset="0"/>
              </a:rPr>
              <a:t>Thank you!</a:t>
            </a:r>
            <a:endParaRPr lang="en-US" sz="5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Questions are welcome.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54480" y="3337560"/>
            <a:ext cx="1371600" cy="411480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5448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React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108960" y="3337560"/>
            <a:ext cx="1371600" cy="411480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10896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TypeScript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3337560"/>
            <a:ext cx="1371600" cy="411480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6344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Tailwind CSS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7920" y="3337560"/>
            <a:ext cx="1371600" cy="411480"/>
          </a:xfrm>
          <a:prstGeom prst="rect">
            <a:avLst/>
          </a:prstGeom>
          <a:solidFill>
            <a:srgbClr val="1E2D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H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Local Storage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TaskFlow  ·  Web Development Course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Calibri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Calibri"/>
        <a:font script="Syrj" typeface="Calibri"/>
        <a:font script="Syre" typeface="Calibri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Calibri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Calibri"/>
        <a:font script="Syrj" typeface="Calibri"/>
        <a:font script="Syre" typeface="Calibri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Calibri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Calibri"/>
        <a:font script="Syrj" typeface="Calibri"/>
        <a:font script="Syre" typeface="Calibri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Calibri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Calibri"/>
        <a:font script="Syrj" typeface="Calibri"/>
        <a:font script="Syre" typeface="Calibri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718</Words>
  <Application>Microsoft Office PowerPoint</Application>
  <PresentationFormat>Presentación en pantalla (16:9)</PresentationFormat>
  <Paragraphs>138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TaskFlow</dc:title>
  <dc:subject>PptxGenJS Presentation</dc:subject>
  <dc:creator>PptxGenJS</dc:creator>
  <cp:lastModifiedBy>Joseph Dubon</cp:lastModifiedBy>
  <cp:revision>16</cp:revision>
  <dcterms:created xsi:type="dcterms:W3CDTF">2026-03-20T21:47:15Z</dcterms:created>
  <dcterms:modified xsi:type="dcterms:W3CDTF">2026-03-26T02:28:05Z</dcterms:modified>
</cp:coreProperties>
</file>